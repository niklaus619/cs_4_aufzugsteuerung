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670"/>
  </p:normalViewPr>
  <p:slideViewPr>
    <p:cSldViewPr snapToGrid="0">
      <p:cViewPr varScale="1">
        <p:scale>
          <a:sx n="85" d="100"/>
          <a:sy n="85" d="100"/>
        </p:scale>
        <p:origin x="208" y="6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68FB54-7239-D024-56CE-2782E744BC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325C182-A9A5-470A-56A8-4A17E83071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F2A9546-CF11-50C4-B4E9-61899D9D5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9A60CF-C9D3-CF4B-BE0B-01E068CCA792}" type="datetimeFigureOut">
              <a:rPr lang="de-DE" smtClean="0"/>
              <a:t>22.06.26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27438F9-FDDB-E02C-988A-D533001FCF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C30FCFA-E9A3-2DFF-36F1-81B406235C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B40495-D951-0648-A393-6C5EC8C36F7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655849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3005B8-5B34-E63E-0C39-B7CD3D0686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30AF51B-16D5-394B-01E9-A0BAD6EF5E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0323CB2-94BB-51CB-D83F-460FBCFEB4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9A60CF-C9D3-CF4B-BE0B-01E068CCA792}" type="datetimeFigureOut">
              <a:rPr lang="de-DE" smtClean="0"/>
              <a:t>22.06.26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0732647-095C-DE93-B29C-82360A13D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9586D3F-06B1-3F1B-5F1F-FE15AFBEF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B40495-D951-0648-A393-6C5EC8C36F7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737362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B30289-CE97-E64F-3F99-0C833C832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AFD98F2-C692-C129-4AE8-B124DBC8A4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F21D6F1-A68A-8583-F5E0-F6D533C2FA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9A60CF-C9D3-CF4B-BE0B-01E068CCA792}" type="datetimeFigureOut">
              <a:rPr lang="de-DE" smtClean="0"/>
              <a:t>22.06.26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37696BB-B1A1-A7A5-A62A-2188F87D68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699872E-55E6-7F4B-F2DF-D04BE5D5D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B40495-D951-0648-A393-6C5EC8C36F7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80530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C3EE4A-70CE-14E6-341A-38AD8E176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6223320-F3EC-B59D-D411-FF85CCB7C6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812ED2E-99B6-D762-C808-C914CE8E61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AEFFE41-6CD9-AD8B-8D98-EF0582E23E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9A60CF-C9D3-CF4B-BE0B-01E068CCA792}" type="datetimeFigureOut">
              <a:rPr lang="de-DE" smtClean="0"/>
              <a:t>22.06.26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E58DA50-8884-94DB-701A-C90797AF4A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554B994-B3D0-795A-520F-A40264702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B40495-D951-0648-A393-6C5EC8C36F7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737895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46BED5-0EE9-9D5A-9171-496300083F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5824E63-9F8C-09FF-C8E8-9BC98C63EA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333205E-9C90-2C1D-25A8-0718DE5832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D46F6CE5-0B24-BC82-5FA5-D9736864C4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9E0B7C33-7840-13B1-63FD-685E6EE7E1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8EA7794-CBA5-60D6-3D1F-9457A4E86D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9A60CF-C9D3-CF4B-BE0B-01E068CCA792}" type="datetimeFigureOut">
              <a:rPr lang="de-DE" smtClean="0"/>
              <a:t>22.06.26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4694B77-8A78-EC8B-F2AD-3CAA08F3D4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B4E0E6A-44A6-D29F-E3DB-EB7D919764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B40495-D951-0648-A393-6C5EC8C36F7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460544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A7E101-C955-49A2-B7C3-A39A3693C7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9BCFA5F-A3C9-744B-200F-6CA0EA7C6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9A60CF-C9D3-CF4B-BE0B-01E068CCA792}" type="datetimeFigureOut">
              <a:rPr lang="de-DE" smtClean="0"/>
              <a:t>22.06.26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944815B-8C0C-9331-1577-C8AE4FDC5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98D87AD-8EEF-034D-A94C-7ED747E3D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B40495-D951-0648-A393-6C5EC8C36F7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51608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EB3BE5D-27EA-8A74-ED83-325ACB5239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9A60CF-C9D3-CF4B-BE0B-01E068CCA792}" type="datetimeFigureOut">
              <a:rPr lang="de-DE" smtClean="0"/>
              <a:t>22.06.26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A838727-DEA1-DE7D-D5DD-B19492DBB9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5E4FF81-9B82-2959-29C0-8EB4E7FDF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B40495-D951-0648-A393-6C5EC8C36F7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516693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00B1BB-486E-3901-FCE2-C96AE5BC6F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0FC25C5-55AD-5E8C-7604-2411DBF3B7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B4FE97B-5134-5BE2-D266-8070DED53B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F709CF3-F421-9728-11E6-232929766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9A60CF-C9D3-CF4B-BE0B-01E068CCA792}" type="datetimeFigureOut">
              <a:rPr lang="de-DE" smtClean="0"/>
              <a:t>22.06.26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01C38E6-3833-15BE-9CCA-53B3C02D0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6192065-8F14-51F4-BE99-82D636B735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B40495-D951-0648-A393-6C5EC8C36F7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49865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59A921-1E1B-00CA-D74C-B61EF68EA2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46FC63F-7B4E-8190-F496-EFF730DA91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850CFF7-548C-0070-191C-19E905B863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AAEABB3-728D-052C-C9E9-1EFB30E815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9A60CF-C9D3-CF4B-BE0B-01E068CCA792}" type="datetimeFigureOut">
              <a:rPr lang="de-DE" smtClean="0"/>
              <a:t>22.06.26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9A319E5-A879-0CCE-6A73-90B911D3D8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496D414-B8AF-65A1-E6CB-85BABB4325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B40495-D951-0648-A393-6C5EC8C36F7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086162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7FDA7B-9C78-E66D-124D-5F4082BE3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3E0D1FFD-407D-F769-1D8E-0905D621AF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CE3CF55-191F-79C5-469F-13D559E113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9A60CF-C9D3-CF4B-BE0B-01E068CCA792}" type="datetimeFigureOut">
              <a:rPr lang="de-DE" smtClean="0"/>
              <a:t>22.06.26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2F6CAAD-5D0E-2866-F63E-138DBDD803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16674D7-0DFC-3BE6-49D6-F2DF466307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B40495-D951-0648-A393-6C5EC8C36F7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133113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3AB105C3-C4C6-551F-0452-1C5619E21A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56EB070-132D-79D5-E978-B3562DEC81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7986778-BF74-BB8B-7F9B-C22F310C6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9A60CF-C9D3-CF4B-BE0B-01E068CCA792}" type="datetimeFigureOut">
              <a:rPr lang="de-DE" smtClean="0"/>
              <a:t>22.06.26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526481A-5246-1575-99C3-3CE2C01AD2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7E58736-1F2D-A7CF-42C5-8812DC0A8E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B40495-D951-0648-A393-6C5EC8C36F7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178027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694EB9CE-9471-F398-1F78-B0C723FC2A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8C7A3B1-F061-C8C6-F829-61F547F589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234B1E9-DA9F-3783-995B-F6F9E1044B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9A60CF-C9D3-CF4B-BE0B-01E068CCA792}" type="datetimeFigureOut">
              <a:rPr lang="de-DE" smtClean="0"/>
              <a:t>22.06.26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24A6921-1442-C01C-2821-AFA2EBE5F7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7C3CB35-D162-1A30-7811-28A29F8CD5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B40495-D951-0648-A393-6C5EC8C36F7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030979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Video 4" descr="Mit einem Router verbundene Netzwerkkabel">
            <a:extLst>
              <a:ext uri="{FF2B5EF4-FFF2-40B4-BE49-F238E27FC236}">
                <a16:creationId xmlns:a16="http://schemas.microsoft.com/office/drawing/2014/main" id="{261F3389-A778-7759-912B-D7E38EBD539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t="101" r="1" b="184"/>
          <a:stretch>
            <a:fillRect/>
          </a:stretch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2329558-4F51-09FF-D9EC-91BFD15FEB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de-DE" sz="5200">
                <a:solidFill>
                  <a:srgbClr val="FFFFFF"/>
                </a:solidFill>
              </a:rPr>
              <a:t>Aufzugsteuerung auf Sigamtek Steuerung und HMI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1B0243C1-5FB8-4070-A4DA-F4588CA70D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0051" y="4072043"/>
            <a:ext cx="10058400" cy="1282707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de-DE">
                <a:solidFill>
                  <a:srgbClr val="FFFFFF"/>
                </a:solidFill>
              </a:rPr>
              <a:t>Präsentation Case Study 4 Steuerungstechnik</a:t>
            </a:r>
          </a:p>
          <a:p>
            <a:r>
              <a:rPr lang="de-DE">
                <a:solidFill>
                  <a:srgbClr val="FFFFFF"/>
                </a:solidFill>
              </a:rPr>
              <a:t>Al Hassan Al Sebehawi und Niklaus Janett</a:t>
            </a:r>
          </a:p>
        </p:txBody>
      </p:sp>
    </p:spTree>
    <p:extLst>
      <p:ext uri="{BB962C8B-B14F-4D97-AF65-F5344CB8AC3E}">
        <p14:creationId xmlns:p14="http://schemas.microsoft.com/office/powerpoint/2010/main" val="31057112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84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  <p:video>
              <p:cMediaNode mute="1">
                <p:cTn id="12" repeatCount="indefinite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53CF00F-82D0-0DBA-75D5-1D01B4526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A9E8BC3-03E0-7853-1E01-F1D3269AFA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945037" cy="1133856"/>
          </a:xfrm>
        </p:spPr>
        <p:txBody>
          <a:bodyPr anchor="t">
            <a:normAutofit/>
          </a:bodyPr>
          <a:lstStyle/>
          <a:p>
            <a:r>
              <a:rPr lang="de-DE" dirty="0"/>
              <a:t>Agenda</a:t>
            </a:r>
          </a:p>
        </p:txBody>
      </p:sp>
      <p:graphicFrame>
        <p:nvGraphicFramePr>
          <p:cNvPr id="5" name="Inhaltsplatzhalter 4">
            <a:extLst>
              <a:ext uri="{FF2B5EF4-FFF2-40B4-BE49-F238E27FC236}">
                <a16:creationId xmlns:a16="http://schemas.microsoft.com/office/drawing/2014/main" id="{AAEFFDC2-66D4-9B1B-6C3B-261B5449097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78831601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StackedSequentialRowTable"/>
                  </p202:designTagLst>
                </p202:designPr>
              </p:ext>
            </p:extLst>
          </p:nvPr>
        </p:nvGraphicFramePr>
        <p:xfrm>
          <a:off x="612648" y="2293693"/>
          <a:ext cx="10945036" cy="358907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564513">
                  <a:extLst>
                    <a:ext uri="{9D8B030D-6E8A-4147-A177-3AD203B41FA5}">
                      <a16:colId xmlns:a16="http://schemas.microsoft.com/office/drawing/2014/main" val="2635077977"/>
                    </a:ext>
                  </a:extLst>
                </a:gridCol>
                <a:gridCol w="9380523">
                  <a:extLst>
                    <a:ext uri="{9D8B030D-6E8A-4147-A177-3AD203B41FA5}">
                      <a16:colId xmlns:a16="http://schemas.microsoft.com/office/drawing/2014/main" val="1543619905"/>
                    </a:ext>
                  </a:extLst>
                </a:gridCol>
              </a:tblGrid>
              <a:tr h="7178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3200"/>
                        <a:t>01</a:t>
                      </a:r>
                    </a:p>
                  </a:txBody>
                  <a:tcPr marL="163140" marR="163140" marT="81570" marB="815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3200" dirty="0"/>
                        <a:t>Vorstellung Projekt</a:t>
                      </a:r>
                    </a:p>
                  </a:txBody>
                  <a:tcPr marL="163140" marR="163140" marT="81570" marB="815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8210981"/>
                  </a:ext>
                </a:extLst>
              </a:tr>
              <a:tr h="7178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3200"/>
                        <a:t>02</a:t>
                      </a:r>
                    </a:p>
                  </a:txBody>
                  <a:tcPr marL="163140" marR="163140" marT="81570" marB="815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3200" dirty="0"/>
                        <a:t>Funktionen und Bonus</a:t>
                      </a:r>
                    </a:p>
                  </a:txBody>
                  <a:tcPr marL="163140" marR="163140" marT="81570" marB="815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5266132"/>
                  </a:ext>
                </a:extLst>
              </a:tr>
              <a:tr h="7178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3200"/>
                        <a:t>03</a:t>
                      </a:r>
                    </a:p>
                  </a:txBody>
                  <a:tcPr marL="163140" marR="163140" marT="81570" marB="815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3200" dirty="0"/>
                        <a:t>Steuerung</a:t>
                      </a:r>
                    </a:p>
                  </a:txBody>
                  <a:tcPr marL="163140" marR="163140" marT="81570" marB="815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6829551"/>
                  </a:ext>
                </a:extLst>
              </a:tr>
              <a:tr h="7178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3200"/>
                        <a:t>04</a:t>
                      </a:r>
                    </a:p>
                  </a:txBody>
                  <a:tcPr marL="163140" marR="163140" marT="81570" marB="815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3200" dirty="0"/>
                        <a:t>Visu</a:t>
                      </a:r>
                    </a:p>
                  </a:txBody>
                  <a:tcPr marL="163140" marR="163140" marT="81570" marB="815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1242674"/>
                  </a:ext>
                </a:extLst>
              </a:tr>
              <a:tr h="7178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3200"/>
                        <a:t>05</a:t>
                      </a:r>
                    </a:p>
                  </a:txBody>
                  <a:tcPr marL="163140" marR="163140" marT="81570" marB="815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3200" dirty="0"/>
                        <a:t>Demo</a:t>
                      </a:r>
                    </a:p>
                  </a:txBody>
                  <a:tcPr marL="163140" marR="163140" marT="81570" marB="815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26617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153884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0B8010C-E486-2CC6-5AA1-387CACCDCF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Projekt</a:t>
            </a:r>
          </a:p>
        </p:txBody>
      </p:sp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7CEEC964-78F8-8E79-D919-A274EE4475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994595" y="643466"/>
            <a:ext cx="6346141" cy="5568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56446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879EFC-8E62-4E00-973C-C45EE9EC6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79C043C-04FA-DAA0-7009-89B4A8CA21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7200"/>
            <a:ext cx="10909640" cy="136861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/>
              <a:t>Funktionen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1850683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9D51CF97-15C7-271B-203B-C7F4943750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232" y="2642616"/>
            <a:ext cx="4608031" cy="360578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F3453C3C-EF66-1ADA-179F-535CBABFEA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2796273"/>
            <a:ext cx="5614416" cy="3298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57457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8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0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55787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2044F31-D051-A695-93FF-1D074C9B4E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Steuerung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6EED2C5F-F778-7CF2-88F0-41CE0709A5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1908" y="961812"/>
            <a:ext cx="6301582" cy="4930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65898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3B47FC9C-2ED3-4100-A4EF-E8CDFEE106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F2B3CD5-DC15-868F-8604-7BBCA1495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58141"/>
            <a:ext cx="10515600" cy="94266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Visualisierung</a:t>
            </a:r>
          </a:p>
        </p:txBody>
      </p:sp>
      <p:pic>
        <p:nvPicPr>
          <p:cNvPr id="4" name="Inhaltsplatzhalter 3">
            <a:extLst>
              <a:ext uri="{FF2B5EF4-FFF2-40B4-BE49-F238E27FC236}">
                <a16:creationId xmlns:a16="http://schemas.microsoft.com/office/drawing/2014/main" id="{073C7F0D-FB39-0ADC-9C26-2E8B7C3F7B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13793" b="5924"/>
          <a:stretch>
            <a:fillRect/>
          </a:stretch>
        </p:blipFill>
        <p:spPr>
          <a:xfrm>
            <a:off x="1677493" y="557189"/>
            <a:ext cx="8837013" cy="4629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82608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ild Live Demo"/>
          <p:cNvPicPr>
            <a:picLocks noChangeAspect="1"/>
          </p:cNvPicPr>
          <p:nvPr/>
        </p:nvPicPr>
        <p:blipFill>
          <a:blip r:embed="rId2"/>
          <a:srcRect t="2472" b="13258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7C89E4B-3C9F-44B9-8B86-D9E3D112D8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20142"/>
            <a:ext cx="12192000" cy="736551"/>
          </a:xfrm>
          <a:prstGeom prst="rect">
            <a:avLst/>
          </a:prstGeom>
          <a:solidFill>
            <a:schemeClr val="bg1">
              <a:alpha val="9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ABA8A70-7E09-0863-8827-BB5E25C04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875" y="5317240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>
                <a:solidFill>
                  <a:schemeClr val="tx1">
                    <a:lumMod val="85000"/>
                    <a:lumOff val="15000"/>
                  </a:schemeClr>
                </a:solidFill>
              </a:rPr>
              <a:t>Live Demo 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A2EAA10-076F-46BD-8F0F-B9A2FB77A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5241983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891E407-403B-4764-86C9-33A56D3BCA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34852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69719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</Words>
  <Application>Microsoft Macintosh PowerPoint</Application>
  <PresentationFormat>Breitbild</PresentationFormat>
  <Paragraphs>19</Paragraphs>
  <Slides>7</Slides>
  <Notes>0</Notes>
  <HiddenSlides>0</HiddenSlides>
  <MMClips>1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</vt:lpstr>
      <vt:lpstr>Aufzugsteuerung auf Sigamtek Steuerung und HMI</vt:lpstr>
      <vt:lpstr>Agenda</vt:lpstr>
      <vt:lpstr>Projekt</vt:lpstr>
      <vt:lpstr>Funktionen</vt:lpstr>
      <vt:lpstr>Steuerung</vt:lpstr>
      <vt:lpstr>Visualisierung</vt:lpstr>
      <vt:lpstr>Live Demo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 Hassan Al Sebehawi</dc:creator>
  <cp:lastModifiedBy>Al Hassan Al Sebehawi</cp:lastModifiedBy>
  <cp:revision>2</cp:revision>
  <dcterms:created xsi:type="dcterms:W3CDTF">2026-06-17T14:06:39Z</dcterms:created>
  <dcterms:modified xsi:type="dcterms:W3CDTF">2026-06-22T17:09:08Z</dcterms:modified>
</cp:coreProperties>
</file>