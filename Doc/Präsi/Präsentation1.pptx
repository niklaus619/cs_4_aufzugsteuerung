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>
      <p:cViewPr varScale="1">
        <p:scale>
          <a:sx n="109" d="100"/>
          <a:sy n="109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8FB54-7239-D024-56CE-2782E744B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325C182-A9A5-470A-56A8-4A17E8307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2A9546-CF11-50C4-B4E9-61899D9D5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17.06.26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7438F9-FDDB-E02C-988A-D533001F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30FCFA-E9A3-2DFF-36F1-81B406235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558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3005B8-5B34-E63E-0C39-B7CD3D06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0AF51B-16D5-394B-01E9-A0BAD6EF5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323CB2-94BB-51CB-D83F-460FBCFEB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17.06.26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732647-095C-DE93-B29C-82360A13D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586D3F-06B1-3F1B-5F1F-FE15AFBEF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37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B30289-CE97-E64F-3F99-0C833C832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FD98F2-C692-C129-4AE8-B124DBC8A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21D6F1-A68A-8583-F5E0-F6D533C2F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17.06.26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7696BB-B1A1-A7A5-A62A-2188F87D6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9872E-55E6-7F4B-F2DF-D04BE5D5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053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C3EE4A-70CE-14E6-341A-38AD8E176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223320-F3EC-B59D-D411-FF85CCB7C6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12ED2E-99B6-D762-C808-C914CE8E6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EFFE41-6CD9-AD8B-8D98-EF0582E2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17.06.26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58DA50-8884-94DB-701A-C90797AF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54B994-B3D0-795A-520F-A4026470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789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46BED5-0EE9-9D5A-9171-49630008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824E63-9F8C-09FF-C8E8-9BC98C63E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33205E-9C90-2C1D-25A8-0718DE583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6F6CE5-0B24-BC82-5FA5-D9736864C4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E0B7C33-7840-13B1-63FD-685E6EE7E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8EA7794-CBA5-60D6-3D1F-9457A4E86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17.06.26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4694B77-8A78-EC8B-F2AD-3CAA08F3D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B4E0E6A-44A6-D29F-E3DB-EB7D9197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605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A7E101-C955-49A2-B7C3-A39A3693C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9BCFA5F-A3C9-744B-200F-6CA0EA7C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17.06.26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44815B-8C0C-9331-1577-C8AE4FDC5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98D87AD-8EEF-034D-A94C-7ED747E3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16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EB3BE5D-27EA-8A74-ED83-325ACB523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17.06.26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A838727-DEA1-DE7D-D5DD-B19492DBB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E4FF81-9B82-2959-29C0-8EB4E7FDF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1669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0B1BB-486E-3901-FCE2-C96AE5BC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FC25C5-55AD-5E8C-7604-2411DBF3B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B4FE97B-5134-5BE2-D266-8070DED53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709CF3-F421-9728-11E6-23292976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17.06.26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1C38E6-3833-15BE-9CCA-53B3C02D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192065-8F14-51F4-BE99-82D636B7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9865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59A921-1E1B-00CA-D74C-B61EF68EA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46FC63F-7B4E-8190-F496-EFF730DA91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50CFF7-548C-0070-191C-19E905B86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AEABB3-728D-052C-C9E9-1EFB30E81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17.06.26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A319E5-A879-0CCE-6A73-90B911D3D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96D414-B8AF-65A1-E6CB-85BABB432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8616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7FDA7B-9C78-E66D-124D-5F4082BE3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E0D1FFD-407D-F769-1D8E-0905D621A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E3CF55-191F-79C5-469F-13D559E11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17.06.26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F6CAAD-5D0E-2866-F63E-138DBDD80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6674D7-0DFC-3BE6-49D6-F2DF46630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3311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AB105C3-C4C6-551F-0452-1C5619E21A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56EB070-132D-79D5-E978-B3562DEC8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986778-BF74-BB8B-7F9B-C22F310C6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60CF-C9D3-CF4B-BE0B-01E068CCA792}" type="datetimeFigureOut">
              <a:rPr lang="de-DE" smtClean="0"/>
              <a:t>17.06.26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26481A-5246-1575-99C3-3CE2C01A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E58736-1F2D-A7CF-42C5-8812DC0A8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802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94EB9CE-9471-F398-1F78-B0C723FC2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C7A3B1-F061-C8C6-F829-61F547F58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34B1E9-DA9F-3783-995B-F6F9E1044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A60CF-C9D3-CF4B-BE0B-01E068CCA792}" type="datetimeFigureOut">
              <a:rPr lang="de-DE" smtClean="0"/>
              <a:t>17.06.26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4A6921-1442-C01C-2821-AFA2EBE5F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C3CB35-D162-1A30-7811-28A29F8CD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40495-D951-0648-A393-6C5EC8C36F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309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329558-4F51-09FF-D9EC-91BFD15FEB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Aufzugsteuerung auf Sigamtek Steuerung und HMI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0243C1-5FB8-4070-A4DA-F4588CA70D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Präsentation Case Study 4 Steuerungstechnik</a:t>
            </a:r>
          </a:p>
          <a:p>
            <a:r>
              <a:rPr lang="de-DE" dirty="0"/>
              <a:t>Al Hassan Al Sebehawi und Niklaus Janett</a:t>
            </a:r>
          </a:p>
        </p:txBody>
      </p:sp>
    </p:spTree>
    <p:extLst>
      <p:ext uri="{BB962C8B-B14F-4D97-AF65-F5344CB8AC3E}">
        <p14:creationId xmlns:p14="http://schemas.microsoft.com/office/powerpoint/2010/main" val="3105711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Macintosh PowerPoint</Application>
  <PresentationFormat>Breitbild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Aufzugsteuerung auf Sigamtek Steuerung und HMI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 Hassan Al Sebehawi</dc:creator>
  <cp:lastModifiedBy>Al Hassan Al Sebehawi</cp:lastModifiedBy>
  <cp:revision>1</cp:revision>
  <dcterms:created xsi:type="dcterms:W3CDTF">2026-06-17T14:06:39Z</dcterms:created>
  <dcterms:modified xsi:type="dcterms:W3CDTF">2026-06-17T14:07:37Z</dcterms:modified>
</cp:coreProperties>
</file>