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62"/>
  </p:normalViewPr>
  <p:slideViewPr>
    <p:cSldViewPr snapToGrid="0">
      <p:cViewPr varScale="1">
        <p:scale>
          <a:sx n="109" d="100"/>
          <a:sy n="109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8FB54-7239-D024-56CE-2782E744B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25C182-A9A5-470A-56A8-4A17E8307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2A9546-CF11-50C4-B4E9-61899D9D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7438F9-FDDB-E02C-988A-D533001F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30FCFA-E9A3-2DFF-36F1-81B40623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58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005B8-5B34-E63E-0C39-B7CD3D06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0AF51B-16D5-394B-01E9-A0BAD6EF5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323CB2-94BB-51CB-D83F-460FBCFEB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732647-095C-DE93-B29C-82360A13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586D3F-06B1-3F1B-5F1F-FE15AFBE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37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30289-CE97-E64F-3F99-0C833C83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FD98F2-C692-C129-4AE8-B124DBC8A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21D6F1-A68A-8583-F5E0-F6D533C2F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7696BB-B1A1-A7A5-A62A-2188F87D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9872E-55E6-7F4B-F2DF-D04BE5D5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53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C3EE4A-70CE-14E6-341A-38AD8E176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223320-F3EC-B59D-D411-FF85CCB7C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12ED2E-99B6-D762-C808-C914CE8E6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EFFE41-6CD9-AD8B-8D98-EF0582E2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58DA50-8884-94DB-701A-C90797AF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54B994-B3D0-795A-520F-A402647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789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6BED5-0EE9-9D5A-9171-49630008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824E63-9F8C-09FF-C8E8-9BC98C63E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33205E-9C90-2C1D-25A8-0718DE583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6F6CE5-0B24-BC82-5FA5-D9736864C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E0B7C33-7840-13B1-63FD-685E6EE7E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8EA7794-CBA5-60D6-3D1F-9457A4E8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694B77-8A78-EC8B-F2AD-3CAA08F3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B4E0E6A-44A6-D29F-E3DB-EB7D9197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05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7E101-C955-49A2-B7C3-A39A3693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BCFA5F-A3C9-744B-200F-6CA0EA7C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44815B-8C0C-9331-1577-C8AE4FDC5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98D87AD-8EEF-034D-A94C-7ED747E3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16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B3BE5D-27EA-8A74-ED83-325ACB52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838727-DEA1-DE7D-D5DD-B19492DB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E4FF81-9B82-2959-29C0-8EB4E7FD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66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0B1BB-486E-3901-FCE2-C96AE5BC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FC25C5-55AD-5E8C-7604-2411DBF3B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4FE97B-5134-5BE2-D266-8070DED53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709CF3-F421-9728-11E6-23292976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1C38E6-3833-15BE-9CCA-53B3C02D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192065-8F14-51F4-BE99-82D636B7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986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9A921-1E1B-00CA-D74C-B61EF68EA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6FC63F-7B4E-8190-F496-EFF730DA9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50CFF7-548C-0070-191C-19E905B86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AEABB3-728D-052C-C9E9-1EFB30E8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A319E5-A879-0CCE-6A73-90B911D3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96D414-B8AF-65A1-E6CB-85BABB43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861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FDA7B-9C78-E66D-124D-5F4082BE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E0D1FFD-407D-F769-1D8E-0905D621A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E3CF55-191F-79C5-469F-13D559E1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F6CAAD-5D0E-2866-F63E-138DBDD8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6674D7-0DFC-3BE6-49D6-F2DF4663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31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B105C3-C4C6-551F-0452-1C5619E21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6EB070-132D-79D5-E978-B3562DEC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986778-BF74-BB8B-7F9B-C22F310C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26481A-5246-1575-99C3-3CE2C01A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E58736-1F2D-A7CF-42C5-8812DC0A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80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4EB9CE-9471-F398-1F78-B0C723FC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C7A3B1-F061-C8C6-F829-61F547F58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34B1E9-DA9F-3783-995B-F6F9E1044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A60CF-C9D3-CF4B-BE0B-01E068CCA792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4A6921-1442-C01C-2821-AFA2EBE5F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C3CB35-D162-1A30-7811-28A29F8CD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309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Mit einem Router verbundene Netzwerkkabel">
            <a:extLst>
              <a:ext uri="{FF2B5EF4-FFF2-40B4-BE49-F238E27FC236}">
                <a16:creationId xmlns:a16="http://schemas.microsoft.com/office/drawing/2014/main" id="{261F3389-A778-7759-912B-D7E38EBD53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01" r="1" b="184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329558-4F51-09FF-D9EC-91BFD15FE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 sz="5200">
                <a:solidFill>
                  <a:srgbClr val="FFFFFF"/>
                </a:solidFill>
              </a:rPr>
              <a:t>Aufzugsteuerung auf Sigamtek Steuerung und HMI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0243C1-5FB8-4070-A4DA-F4588CA70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Präsentation Case Study 4 Steuerungstechnik</a:t>
            </a:r>
          </a:p>
          <a:p>
            <a:r>
              <a:rPr lang="de-DE">
                <a:solidFill>
                  <a:srgbClr val="FFFFFF"/>
                </a:solidFill>
              </a:rPr>
              <a:t>Al Hassan Al Sebehawi und Niklaus Janett</a:t>
            </a:r>
          </a:p>
        </p:txBody>
      </p:sp>
    </p:spTree>
    <p:extLst>
      <p:ext uri="{BB962C8B-B14F-4D97-AF65-F5344CB8AC3E}">
        <p14:creationId xmlns:p14="http://schemas.microsoft.com/office/powerpoint/2010/main" val="310571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9E8BC3-03E0-7853-1E01-F1D3269A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de-DE" dirty="0"/>
              <a:t>Agenda</a:t>
            </a: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AAEFFDC2-66D4-9B1B-6C3B-261B54490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45979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12648" y="1682496"/>
          <a:ext cx="10945036" cy="35890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64513">
                  <a:extLst>
                    <a:ext uri="{9D8B030D-6E8A-4147-A177-3AD203B41FA5}">
                      <a16:colId xmlns:a16="http://schemas.microsoft.com/office/drawing/2014/main" val="2635077977"/>
                    </a:ext>
                  </a:extLst>
                </a:gridCol>
                <a:gridCol w="9380523">
                  <a:extLst>
                    <a:ext uri="{9D8B030D-6E8A-4147-A177-3AD203B41FA5}">
                      <a16:colId xmlns:a16="http://schemas.microsoft.com/office/drawing/2014/main" val="1543619905"/>
                    </a:ext>
                  </a:extLst>
                </a:gridCol>
              </a:tblGrid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/>
                        <a:t>01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 dirty="0"/>
                        <a:t>Vorstellung Projekt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210981"/>
                  </a:ext>
                </a:extLst>
              </a:tr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/>
                        <a:t>02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 dirty="0"/>
                        <a:t>Funktionen und Bonus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266132"/>
                  </a:ext>
                </a:extLst>
              </a:tr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/>
                        <a:t>03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 dirty="0"/>
                        <a:t>Steuerung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829551"/>
                  </a:ext>
                </a:extLst>
              </a:tr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/>
                        <a:t>04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 dirty="0"/>
                        <a:t>Visu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242674"/>
                  </a:ext>
                </a:extLst>
              </a:tr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/>
                        <a:t>05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200" dirty="0"/>
                        <a:t>Demo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661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38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B8010C-E486-2CC6-5AA1-387CACCD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Projekt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5113849-C9FB-76F5-20F6-CDB75128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673" y="643466"/>
            <a:ext cx="6749986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4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9C043C-04FA-DAA0-7009-89B4A8CA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Funktionen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D51CF97-15C7-271B-203B-C7F49437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32" y="2642616"/>
            <a:ext cx="4608031" cy="360578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3453C3C-EF66-1ADA-179F-535CBABFE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796273"/>
            <a:ext cx="5614416" cy="329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45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578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044F31-D051-A695-93FF-1D074C9B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Steuerung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EED2C5F-F778-7CF2-88F0-41CE0709A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908" y="961812"/>
            <a:ext cx="6301582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8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2B3CD5-DC15-868F-8604-7BBCA1495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Visualisierung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073C7F0D-FB39-0ADC-9C26-2E8B7C3F7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793" b="5924"/>
          <a:stretch>
            <a:fillRect/>
          </a:stretch>
        </p:blipFill>
        <p:spPr>
          <a:xfrm>
            <a:off x="1677493" y="557189"/>
            <a:ext cx="8837013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6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Live Demo"/>
          <p:cNvPicPr>
            <a:picLocks noChangeAspect="1"/>
          </p:cNvPicPr>
          <p:nvPr/>
        </p:nvPicPr>
        <p:blipFill>
          <a:blip r:embed="rId2"/>
          <a:srcRect t="2472" b="1325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BA8A70-7E09-0863-8827-BB5E25C0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Live Demo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97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Macintosh PowerPoint</Application>
  <PresentationFormat>Breitbild</PresentationFormat>
  <Paragraphs>19</Paragraphs>
  <Slides>7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Aufzugsteuerung auf Sigamtek Steuerung und HMI</vt:lpstr>
      <vt:lpstr>Agenda</vt:lpstr>
      <vt:lpstr>Projekt</vt:lpstr>
      <vt:lpstr>Funktionen</vt:lpstr>
      <vt:lpstr>Steuerung</vt:lpstr>
      <vt:lpstr>Visualisierung</vt:lpstr>
      <vt:lpstr>Live 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 Hassan Al Sebehawi</dc:creator>
  <cp:lastModifiedBy>Al Hassan Al Sebehawi</cp:lastModifiedBy>
  <cp:revision>3</cp:revision>
  <dcterms:created xsi:type="dcterms:W3CDTF">2026-06-17T14:06:39Z</dcterms:created>
  <dcterms:modified xsi:type="dcterms:W3CDTF">2026-06-23T20:51:01Z</dcterms:modified>
</cp:coreProperties>
</file>